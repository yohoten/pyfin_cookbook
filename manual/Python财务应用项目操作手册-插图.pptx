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2" r:id="rId3"/>
    <p:sldId id="257" r:id="rId4"/>
    <p:sldId id="263" r:id="rId5"/>
    <p:sldId id="258" r:id="rId6"/>
    <p:sldId id="259" r:id="rId7"/>
    <p:sldId id="260" r:id="rId8"/>
    <p:sldId id="261" r:id="rId9"/>
    <p:sldId id="256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0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4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5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6.xml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8.xml"/><Relationship Id="rId2" Type="http://schemas.openxmlformats.org/officeDocument/2006/relationships/image" Target="../media/image10.png"/><Relationship Id="rId1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9.xml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0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1.xml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2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3.xml"/><Relationship Id="rId1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t="6576" b="2114"/>
          <a:stretch>
            <a:fillRect/>
          </a:stretch>
        </p:blipFill>
        <p:spPr>
          <a:xfrm>
            <a:off x="625475" y="465455"/>
            <a:ext cx="9167495" cy="545782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4657090" y="2794635"/>
            <a:ext cx="1205865" cy="27622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863215" y="5026025"/>
            <a:ext cx="2190750" cy="27622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3750" y="642620"/>
            <a:ext cx="6038215" cy="462153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80" y="642620"/>
            <a:ext cx="5508625" cy="46215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矩形 4"/>
          <p:cNvSpPr/>
          <p:nvPr/>
        </p:nvSpPr>
        <p:spPr>
          <a:xfrm>
            <a:off x="2856230" y="2896870"/>
            <a:ext cx="1998980" cy="276225"/>
          </a:xfrm>
          <a:prstGeom prst="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60" y="794385"/>
            <a:ext cx="8284210" cy="51720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图片 29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6725" y="1971040"/>
            <a:ext cx="2438400" cy="19240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1540" y="1754505"/>
            <a:ext cx="4701540" cy="24841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138035" y="2875915"/>
            <a:ext cx="1837690" cy="4533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>
                <a:solidFill>
                  <a:srgbClr val="FF0000"/>
                </a:solidFill>
              </a:rPr>
              <a:t>编写</a:t>
            </a:r>
            <a:r>
              <a:rPr lang="en-US" altLang="zh-CN" sz="1600">
                <a:solidFill>
                  <a:srgbClr val="FF0000"/>
                </a:solidFill>
              </a:rPr>
              <a:t>Python</a:t>
            </a:r>
            <a:r>
              <a:rPr lang="zh-CN" altLang="en-US" sz="1600">
                <a:solidFill>
                  <a:srgbClr val="FF0000"/>
                </a:solidFill>
              </a:rPr>
              <a:t>程序</a:t>
            </a:r>
            <a:endParaRPr lang="zh-CN" altLang="en-US" sz="1600">
              <a:solidFill>
                <a:srgbClr val="FF0000"/>
              </a:solidFill>
            </a:endParaRPr>
          </a:p>
        </p:txBody>
      </p:sp>
      <p:cxnSp>
        <p:nvCxnSpPr>
          <p:cNvPr id="6" name="直接箭头连接符 5"/>
          <p:cNvCxnSpPr/>
          <p:nvPr/>
        </p:nvCxnSpPr>
        <p:spPr>
          <a:xfrm flipH="1" flipV="1">
            <a:off x="5628005" y="2620010"/>
            <a:ext cx="1197610" cy="36195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470" y="1487805"/>
            <a:ext cx="5532120" cy="33147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757680" y="1797685"/>
            <a:ext cx="417830" cy="19875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757680" y="1996440"/>
            <a:ext cx="2367280" cy="21272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4425" y="1106170"/>
            <a:ext cx="5394960" cy="440436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314180" y="3664585"/>
            <a:ext cx="1222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运行结果</a:t>
            </a:r>
            <a:endParaRPr lang="zh-CN" altLang="en-US">
              <a:solidFill>
                <a:srgbClr val="FF0000"/>
              </a:solidFill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 flipH="1" flipV="1">
            <a:off x="8045450" y="3248025"/>
            <a:ext cx="1197610" cy="36195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图片 33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628" y="1772603"/>
            <a:ext cx="2463165" cy="243395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2315" y="1309370"/>
            <a:ext cx="5783580" cy="355854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图片 35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1590" y="604520"/>
            <a:ext cx="4308475" cy="52444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7" name="图片 36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6300" y="604520"/>
            <a:ext cx="4919345" cy="524446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070" y="2268220"/>
            <a:ext cx="4467860" cy="17907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400" y="2268220"/>
            <a:ext cx="3780155" cy="182372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075" y="1688465"/>
            <a:ext cx="10553700" cy="275844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786765" y="2617470"/>
            <a:ext cx="2594610" cy="43243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786765" y="3169920"/>
            <a:ext cx="9881235" cy="403860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4250" y="359410"/>
            <a:ext cx="3465830" cy="48895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7080" y="359410"/>
            <a:ext cx="3344545" cy="490029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6090" y="359410"/>
            <a:ext cx="3272790" cy="490029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4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15" y="798195"/>
            <a:ext cx="8339455" cy="43402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圆角矩形 1"/>
          <p:cNvSpPr/>
          <p:nvPr/>
        </p:nvSpPr>
        <p:spPr>
          <a:xfrm>
            <a:off x="886460" y="3251835"/>
            <a:ext cx="4638675" cy="640080"/>
          </a:xfrm>
          <a:prstGeom prst="roundRect">
            <a:avLst/>
          </a:prstGeom>
          <a:solidFill>
            <a:schemeClr val="accent4">
              <a:alpha val="26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185" y="1396365"/>
            <a:ext cx="4607560" cy="309372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745" y="1391285"/>
            <a:ext cx="4618355" cy="30988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  <p:custDataLst>
      <p:tags r:id="rId1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  <p:custDataLst>
      <p:tags r:id="rId1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  <p:custDataLst>
      <p:tags r:id="rId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  <p:custDataLst>
      <p:tags r:id="rId1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  <p:custDataLst>
      <p:tags r:id="rId1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  <p:custDataLst>
      <p:tags r:id="rId1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  <p:custDataLst>
      <p:tags r:id="rId1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  <p:custDataLst>
      <p:tags r:id="rId1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WPS 演示</Application>
  <PresentationFormat>宽屏</PresentationFormat>
  <Paragraphs>4</Paragraphs>
  <Slides>37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5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WPS</cp:lastModifiedBy>
  <cp:revision>157</cp:revision>
  <dcterms:created xsi:type="dcterms:W3CDTF">2019-06-19T02:08:00Z</dcterms:created>
  <dcterms:modified xsi:type="dcterms:W3CDTF">2026-09-19T12:20:52Z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2052-12.1.0.19770</vt:lpwstr>
  </property>
  <property fmtid="{D5CDD505-2E9C-101B-9397-08002B2CF9AE}" pid="3" name="ICV">
    <vt:lpwstr>A2CE55F58B0B45E99BC3F741B861F4D9_11</vt:lpwstr>
  </property>
</Properties>
</file>